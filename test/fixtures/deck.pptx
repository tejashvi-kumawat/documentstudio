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pPr lvl="1"/>
            <a:r>
              <a:t>Second point</a:t>
            </a:r>
          </a:p>
        </p:txBody>
      </p:sp>
      <p:pic>
        <p:nvPicPr>
          <p:cNvPr id="4" name="Picture 3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657600"/>
            <a:ext cx="182880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486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D32F2F"/>
                </a:solidFill>
              </a:rPr>
              <a:t>Red bold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