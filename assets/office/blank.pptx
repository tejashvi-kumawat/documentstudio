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84" y="0"/>
            <a:ext cx="2844728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495" y="0"/>
            <a:ext cx="386070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381" y="0"/>
            <a:ext cx="2844728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84" y="0"/>
            <a:ext cx="2844728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495" y="0"/>
            <a:ext cx="386070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381" y="0"/>
            <a:ext cx="2844728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84" y="0"/>
            <a:ext cx="2844728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495" y="0"/>
            <a:ext cx="386070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381" y="0"/>
            <a:ext cx="2844728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584" y="0"/>
            <a:ext cx="2844728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495" y="0"/>
            <a:ext cx="386070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381" y="0"/>
            <a:ext cx="2844728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584" y="0"/>
            <a:ext cx="2844728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495" y="0"/>
            <a:ext cx="3860703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381" y="0"/>
            <a:ext cx="2844728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584" y="0"/>
            <a:ext cx="2844728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495" y="0"/>
            <a:ext cx="3860703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381" y="0"/>
            <a:ext cx="2844728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584" y="0"/>
            <a:ext cx="2844728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495" y="0"/>
            <a:ext cx="3860703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381" y="0"/>
            <a:ext cx="2844728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584" y="0"/>
            <a:ext cx="2844728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495" y="0"/>
            <a:ext cx="386070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381" y="0"/>
            <a:ext cx="2844728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584" y="0"/>
            <a:ext cx="2844728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495" y="0"/>
            <a:ext cx="386070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381" y="0"/>
            <a:ext cx="2844728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0"/>
            <a:ext cx="10972525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84" y="0"/>
            <a:ext cx="2844728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495" y="0"/>
            <a:ext cx="386070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381" y="0"/>
            <a:ext cx="2844728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84" y="0"/>
            <a:ext cx="2844728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495" y="0"/>
            <a:ext cx="386070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381" y="0"/>
            <a:ext cx="2844728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758" y="274638"/>
            <a:ext cx="1462966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758" y="1600200"/>
            <a:ext cx="1462966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2758" y="6356350"/>
            <a:ext cx="37928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53854" y="6356350"/>
            <a:ext cx="51474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49550" y="6356350"/>
            <a:ext cx="37928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